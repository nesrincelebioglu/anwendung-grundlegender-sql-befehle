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FA7FB4-82DB-B923-0D02-88D031388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4F90941-2AB7-E044-C118-CC61296CF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BED16A8-4AC0-24E7-DC63-AA98D58F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F111511-2094-03AC-ABB8-D15F3683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1456870-6D0C-8E4D-BB00-E45A0E4C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131A44-78A8-37AD-D7FD-4AF42911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0B1D862-D12A-2BCE-F60B-D8EFEED04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44A0603-6173-7DEC-E7FE-76C9DAF4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9F5FDCA-B0CF-BA30-97A6-71E55F02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FB2C9C5-55B8-49B4-0591-99EFA5A3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1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658584-D577-06CA-A7F5-6B940D8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1665282-90DF-5098-7C83-AAE3251BA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916831B-FC03-C29C-E9A0-580E71ED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56B61C-F7AD-3BE9-3AF4-CAA2E2A3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22FC7DC-90E2-A07F-60A3-18BD75B5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1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80EEFF-DACB-BC7E-04AC-055D6796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13370E-68BA-999F-3B6B-33C11A9BA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201B542-0916-339B-1930-D3BEFD92F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92B8F5D-E37F-FC73-462A-E8B951FA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C25AFE0-85D1-C578-D83C-F97434DC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F808808-8F38-1164-136D-1DE22329D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7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22A71E-0179-EAFE-E801-637937CA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1C020AA-AB29-0713-862C-782C33188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FDE4019-E53A-079E-6CA7-9E074A478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AFC666B-E363-F4DB-1C3A-A58F14CC1D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2B82F6B-487F-B401-D5D9-A5EC0F32F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D16AB2BC-395A-86A3-0B79-354CB207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37DB7AE-A4AF-1AD4-EBBB-A1C847DE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B56D8D4-3DF6-AFC8-749F-11003FCF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8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6980F6-2EF6-78BD-28B3-B9B9A4F1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F1D1BB4-A545-0FF6-BA61-ADE05752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5E74B1A-77B3-FE2A-A84E-48908173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917FF4F-1611-E64E-65DB-69069358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9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C40B9B1-BD27-D51A-1F3A-65D4E67C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FA24078-7FC4-F678-C458-D367F5CC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B5EF8D9-645A-14CA-5F54-A1AC3543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18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191E64-472D-5AC1-1DDC-52D5ACB2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8E738E-5FA8-AAFF-63C5-373BD6078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372C827-5EC5-4799-C1F4-93A267436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298CD46-557F-F9E9-ED76-B8A0F36C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297D8CF-4472-7368-FDE9-1D001BACA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EC428B7-2138-4618-469F-6BBCB6292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AAB104-8791-7C33-690C-5021357CF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15ECA36D-5143-9ED7-D062-4CC6A815B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E664EE9-7599-6B64-C216-656811947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C3624F9-16C0-9989-6239-1F5E0A3D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F5B4A67-F759-AF15-6067-8E4AC4C00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0D7DB08-18AC-67FF-5982-2F5CC81A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1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79587D-C5C1-64AE-C786-32530981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0941789-9689-9883-2E97-81D5764E9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ACE1EDD-49B2-8132-6CEF-DC80DB0F9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83619F-F2D7-38E7-FEDC-277DC57B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474EB11-6338-F0CF-9A15-08273407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7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6432E14-5120-7498-56C9-062639686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BEAF8D2-0D8C-7A24-1BC2-AC1267AA6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1E969D0-8893-3932-D26A-F396B37F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B660FEF-F653-88A1-6B18-E7BEB1E8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D04A2D7-CD50-B505-BDAB-267939A19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86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F067B35-45EB-8EC9-8903-BD97853D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823AE7D-EA87-10DF-923A-DEEA095F1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5E79869-AFCC-56CC-6926-0D0B128D08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2C911-AF89-40F5-96C7-1E9510F52B5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B354CB-318F-9347-9A76-3B2926FFC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C52A451-915C-08FD-C3E5-876B8637C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C41EC-9AAC-4078-8B4C-FB47980D5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E1917CC-0E7C-2C97-6B28-DFE3E8297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503" y="1006350"/>
            <a:ext cx="9588993" cy="48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97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Teması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Derya Malkoç</dc:creator>
  <cp:lastModifiedBy>Nesrin Çelebioğlu</cp:lastModifiedBy>
  <cp:revision>3</cp:revision>
  <dcterms:created xsi:type="dcterms:W3CDTF">2025-03-28T08:21:18Z</dcterms:created>
  <dcterms:modified xsi:type="dcterms:W3CDTF">2026-01-13T22:32:48Z</dcterms:modified>
</cp:coreProperties>
</file>